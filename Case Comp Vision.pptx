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56" r:id="rId4"/>
    <p:sldId id="258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Mahich" userId="331ca82374c91cc5" providerId="LiveId" clId="{0E9B8923-5FFE-47C0-B683-10D85AA48598}"/>
    <pc:docChg chg="custSel addSld delSld modSld sldOrd">
      <pc:chgData name="Dhruv Mahich" userId="331ca82374c91cc5" providerId="LiveId" clId="{0E9B8923-5FFE-47C0-B683-10D85AA48598}" dt="2026-01-30T10:43:49.369" v="47" actId="931"/>
      <pc:docMkLst>
        <pc:docMk/>
      </pc:docMkLst>
      <pc:sldChg chg="addSp delSp modSp new mod">
        <pc:chgData name="Dhruv Mahich" userId="331ca82374c91cc5" providerId="LiveId" clId="{0E9B8923-5FFE-47C0-B683-10D85AA48598}" dt="2026-01-30T10:43:13.686" v="44" actId="931"/>
        <pc:sldMkLst>
          <pc:docMk/>
          <pc:sldMk cId="4069577662" sldId="256"/>
        </pc:sldMkLst>
        <pc:picChg chg="add del mod">
          <ac:chgData name="Dhruv Mahich" userId="331ca82374c91cc5" providerId="LiveId" clId="{0E9B8923-5FFE-47C0-B683-10D85AA48598}" dt="2026-01-30T10:41:57.190" v="32" actId="478"/>
          <ac:picMkLst>
            <pc:docMk/>
            <pc:sldMk cId="4069577662" sldId="256"/>
            <ac:picMk id="5" creationId="{6C10B412-6147-7559-47DC-3584CEFAF1B1}"/>
          </ac:picMkLst>
        </pc:picChg>
        <pc:picChg chg="add mod">
          <ac:chgData name="Dhruv Mahich" userId="331ca82374c91cc5" providerId="LiveId" clId="{0E9B8923-5FFE-47C0-B683-10D85AA48598}" dt="2026-01-30T10:43:13.686" v="44" actId="931"/>
          <ac:picMkLst>
            <pc:docMk/>
            <pc:sldMk cId="4069577662" sldId="256"/>
            <ac:picMk id="6" creationId="{7EBDE518-FF57-78B4-0049-6D6E7806BEDC}"/>
          </ac:picMkLst>
        </pc:picChg>
      </pc:sldChg>
      <pc:sldChg chg="addSp modSp new del mod">
        <pc:chgData name="Dhruv Mahich" userId="331ca82374c91cc5" providerId="LiveId" clId="{0E9B8923-5FFE-47C0-B683-10D85AA48598}" dt="2026-01-30T10:41:59.234" v="33" actId="47"/>
        <pc:sldMkLst>
          <pc:docMk/>
          <pc:sldMk cId="2066722401" sldId="257"/>
        </pc:sldMkLst>
      </pc:sldChg>
      <pc:sldChg chg="addSp delSp modSp new mod">
        <pc:chgData name="Dhruv Mahich" userId="331ca82374c91cc5" providerId="LiveId" clId="{0E9B8923-5FFE-47C0-B683-10D85AA48598}" dt="2026-01-30T10:43:24.553" v="45" actId="931"/>
        <pc:sldMkLst>
          <pc:docMk/>
          <pc:sldMk cId="2744926247" sldId="258"/>
        </pc:sldMkLst>
        <pc:picChg chg="add del mod">
          <ac:chgData name="Dhruv Mahich" userId="331ca82374c91cc5" providerId="LiveId" clId="{0E9B8923-5FFE-47C0-B683-10D85AA48598}" dt="2026-01-30T10:42:02.494" v="34" actId="478"/>
          <ac:picMkLst>
            <pc:docMk/>
            <pc:sldMk cId="2744926247" sldId="258"/>
            <ac:picMk id="5" creationId="{52CC11F6-0F94-17EF-49AA-969D42415F72}"/>
          </ac:picMkLst>
        </pc:picChg>
        <pc:picChg chg="add mod">
          <ac:chgData name="Dhruv Mahich" userId="331ca82374c91cc5" providerId="LiveId" clId="{0E9B8923-5FFE-47C0-B683-10D85AA48598}" dt="2026-01-30T10:43:24.553" v="45" actId="931"/>
          <ac:picMkLst>
            <pc:docMk/>
            <pc:sldMk cId="2744926247" sldId="258"/>
            <ac:picMk id="6" creationId="{DF12A87B-5F9E-C70D-6FE9-CBB5D523E721}"/>
          </ac:picMkLst>
        </pc:picChg>
      </pc:sldChg>
      <pc:sldChg chg="addSp modSp new del mod">
        <pc:chgData name="Dhruv Mahich" userId="331ca82374c91cc5" providerId="LiveId" clId="{0E9B8923-5FFE-47C0-B683-10D85AA48598}" dt="2026-01-30T10:42:04.307" v="35" actId="47"/>
        <pc:sldMkLst>
          <pc:docMk/>
          <pc:sldMk cId="1845577454" sldId="259"/>
        </pc:sldMkLst>
      </pc:sldChg>
      <pc:sldChg chg="addSp delSp modSp new mod">
        <pc:chgData name="Dhruv Mahich" userId="331ca82374c91cc5" providerId="LiveId" clId="{0E9B8923-5FFE-47C0-B683-10D85AA48598}" dt="2026-01-30T10:43:38.774" v="46" actId="931"/>
        <pc:sldMkLst>
          <pc:docMk/>
          <pc:sldMk cId="3464693329" sldId="260"/>
        </pc:sldMkLst>
        <pc:picChg chg="add del mod">
          <ac:chgData name="Dhruv Mahich" userId="331ca82374c91cc5" providerId="LiveId" clId="{0E9B8923-5FFE-47C0-B683-10D85AA48598}" dt="2026-01-30T10:42:06.426" v="36" actId="478"/>
          <ac:picMkLst>
            <pc:docMk/>
            <pc:sldMk cId="3464693329" sldId="260"/>
            <ac:picMk id="5" creationId="{A4FCCD38-E527-950B-AEE9-A7304754FEDC}"/>
          </ac:picMkLst>
        </pc:picChg>
        <pc:picChg chg="add mod">
          <ac:chgData name="Dhruv Mahich" userId="331ca82374c91cc5" providerId="LiveId" clId="{0E9B8923-5FFE-47C0-B683-10D85AA48598}" dt="2026-01-30T10:43:38.774" v="46" actId="931"/>
          <ac:picMkLst>
            <pc:docMk/>
            <pc:sldMk cId="3464693329" sldId="260"/>
            <ac:picMk id="6" creationId="{8FA4B00A-E7E8-314F-2EF6-3E05DB7EB6B9}"/>
          </ac:picMkLst>
        </pc:picChg>
      </pc:sldChg>
      <pc:sldChg chg="addSp modSp new">
        <pc:chgData name="Dhruv Mahich" userId="331ca82374c91cc5" providerId="LiveId" clId="{0E9B8923-5FFE-47C0-B683-10D85AA48598}" dt="2026-01-30T10:43:49.369" v="47" actId="931"/>
        <pc:sldMkLst>
          <pc:docMk/>
          <pc:sldMk cId="4027631303" sldId="261"/>
        </pc:sldMkLst>
        <pc:picChg chg="add mod">
          <ac:chgData name="Dhruv Mahich" userId="331ca82374c91cc5" providerId="LiveId" clId="{0E9B8923-5FFE-47C0-B683-10D85AA48598}" dt="2026-01-30T10:43:49.369" v="47" actId="931"/>
          <ac:picMkLst>
            <pc:docMk/>
            <pc:sldMk cId="4027631303" sldId="261"/>
            <ac:picMk id="5" creationId="{10595CB9-7588-B932-FFF7-CA486D563135}"/>
          </ac:picMkLst>
        </pc:picChg>
      </pc:sldChg>
      <pc:sldChg chg="addSp modSp new ord">
        <pc:chgData name="Dhruv Mahich" userId="331ca82374c91cc5" providerId="LiveId" clId="{0E9B8923-5FFE-47C0-B683-10D85AA48598}" dt="2026-01-30T10:43:01.266" v="43"/>
        <pc:sldMkLst>
          <pc:docMk/>
          <pc:sldMk cId="2691802152" sldId="262"/>
        </pc:sldMkLst>
        <pc:picChg chg="add mod">
          <ac:chgData name="Dhruv Mahich" userId="331ca82374c91cc5" providerId="LiveId" clId="{0E9B8923-5FFE-47C0-B683-10D85AA48598}" dt="2026-01-30T10:42:51.007" v="39" actId="931"/>
          <ac:picMkLst>
            <pc:docMk/>
            <pc:sldMk cId="2691802152" sldId="262"/>
            <ac:picMk id="5" creationId="{41D5C119-B019-D394-61C6-BB3C8B4F22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026C-E534-99B1-645A-AFF248273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7C9A3-0248-297B-DCCC-9C719EBC4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C06DA-8A9F-EE0A-9D97-B9BF164B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1A4BD-A7C5-0F63-D025-FAABDD92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19CC-85C7-CB14-32B7-E1FEE321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5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22D6-AF79-C4A8-9BC0-0EDDCD4A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2D758-91CA-1DAB-9EAC-41241C8F5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615E3-C065-4BD4-B729-6CF234DA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82F5-164D-2A32-B4F3-01C6E12D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94AE5-4939-985D-0008-5AEDD746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0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4A7A-030F-4AE9-A852-96E8E9BB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638B-BE88-4A57-9714-9EAE3F1A0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29695-B38F-8357-73BE-5C2B9A65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993F0-34B8-113B-2383-CCAFBA81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B8947-B395-2F9A-A19F-116579EE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8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914D-155A-BB64-9B84-4B2A6885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DD7F-89BC-EFA3-8519-5ABBA80F1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F4B3-EF0C-3E62-386F-4563920BB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D174B-C1DA-7F77-C0B5-44E6F8A0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62A22-C7D3-2692-21BF-4F4C23B1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EF5A0-2E58-3F55-6CFA-0300E3B2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8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794F-4446-1EE7-1524-7401D599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693BC-ABC8-4915-8B33-CDF469929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AF8D1-0999-A631-99CA-C61A391AA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F05DD-7F38-0C6C-A8A0-09DA0EBA0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2B131-206B-026D-C0FB-2D5FC5E10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DFECA-1966-07BB-C1B9-64860264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D9A0D6-7D26-D043-DBF9-18F2A79C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BBEF4-D9D5-F4D2-FBFE-23CEEEC4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14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BA8B-1849-3CB0-C1C9-6A27BDE9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B8DDC-187C-8E96-FA9F-2AE75C38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2507C-9032-B10B-5824-AAB17972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37A3D-A06C-9531-7B0F-C36E3FF1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804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DD4D80-0B30-BB88-2541-7B527DBA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36EEE-F48E-1791-1D93-34196F92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516B2-7589-EFE7-DEA4-4D2EB752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15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7123-FD00-6E06-33E1-E3A1849B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8BB2-4CB7-5874-E3B8-361259D78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42747-3E16-0AA9-6474-123AB7DAC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588D2-0339-F117-DD3F-9D3F899A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88F21-CF5D-942A-3C5A-4F226BDC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B4FB5-47E7-565C-B233-51A66062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6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47CD-2BE1-242D-D253-4D8FE782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D2060-5649-8B12-896C-DD93C45E8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1861C-67F1-6DC6-5FFA-12EDD47ED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5AD7-5871-C4F7-8C22-9725A863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79D3E-09EC-F770-FC4D-8D53EDFB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AA712-764D-B7DC-CA8A-1A6CD014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8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7D104-18E7-2BE3-227C-AA7D7990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10971-E29E-0E7C-E737-CCE28340E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1EAD8-A3AD-7688-C733-B23E0DC1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B2764-FD50-4F61-9759-7DC43AF8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37B4A-D924-2679-9547-E04CDFB8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17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11773-913D-BBC1-AD1C-E88949AED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EE7E8-F78E-8938-155F-578714279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B4127-3F5B-FE76-AE59-BAB6C707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4EA6D-984C-9744-4886-33086C4E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EEF15-DBF3-2176-A1C4-1A778ED3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58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C726C-F412-F2AB-358C-135C9230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3EBA0-9F32-13F4-683B-8CA81B98E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509A3-382D-9282-5D34-AE86D2841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DEE53-B9FC-4F89-9FFE-9684977A529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47811-FE50-5766-EBB3-C05276E5F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D4CF8-812E-9A18-079F-B703D16C1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3B0F5-3C21-4524-8401-D64B0B2C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5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2C96-A06F-7DD7-CFED-353290ED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FADC67-5EB4-94C5-508B-14C191181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7242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9B43-ACC2-DD35-BBC5-F2D89DB1E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02AE2-387F-33A8-1A5E-48E2C2D9C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5C119-B019-D394-61C6-BB3C8B4F2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0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8A71-2D2C-1A92-C7DB-54957033F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0EB7B-7D82-F5DC-76B8-7464A083EF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BDE518-FF57-78B4-0049-6D6E7806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7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FAF2-1D42-A838-0DF3-1B84A6665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1FAF4-05E6-6D4F-4942-9782641DF1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2A87B-5F9E-C70D-6FE9-CBB5D523E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2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35E7-25BB-5223-98D6-1B47F78B22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3DCDC-76CB-B6F5-96E9-4D26D31C6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4B00A-E7E8-314F-2EF6-3E05DB7EB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9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3E0E-9DB3-BC39-D400-E514AF04B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AC2DA-5C48-AEC8-4191-B03E33C31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95CB9-7588-B932-FFF7-CA486D563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3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B2FC-2496-EC7D-67E0-D8956297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60220E-E319-DDAA-DEAB-EEDD7E621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479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Mahich</dc:creator>
  <cp:lastModifiedBy>Hemant Yadav</cp:lastModifiedBy>
  <cp:revision>3</cp:revision>
  <dcterms:created xsi:type="dcterms:W3CDTF">2026-01-28T19:53:29Z</dcterms:created>
  <dcterms:modified xsi:type="dcterms:W3CDTF">2026-02-04T09:28:28Z</dcterms:modified>
</cp:coreProperties>
</file>